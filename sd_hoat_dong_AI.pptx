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8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24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3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47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33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8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96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9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7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7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0C5E9-5152-4D72-8C1D-E357A2592D7A}" type="datetimeFigureOut">
              <a:rPr lang="en-US" smtClean="0"/>
              <a:t>2026-06-13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3F6E8-1AB0-4DFD-92BF-C7575E4C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4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8259" y="747341"/>
            <a:ext cx="1406770" cy="87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Người dùng nhập kịch bản</a:t>
            </a:r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3417649" y="747340"/>
            <a:ext cx="1406770" cy="87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story_writer.py </a:t>
            </a:r>
          </a:p>
          <a:p>
            <a:pPr algn="ctr"/>
            <a:r>
              <a:rPr lang="en-US" sz="1400" smtClean="0"/>
              <a:t>Viet_kich_ban()</a:t>
            </a:r>
            <a:endParaRPr lang="en-US" sz="1400"/>
          </a:p>
        </p:txBody>
      </p:sp>
      <p:sp>
        <p:nvSpPr>
          <p:cNvPr id="6" name="Rectangle 5"/>
          <p:cNvSpPr/>
          <p:nvPr/>
        </p:nvSpPr>
        <p:spPr>
          <a:xfrm>
            <a:off x="6731824" y="747340"/>
            <a:ext cx="1406770" cy="87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smtClean="0"/>
              <a:t>Lưu Comic DB</a:t>
            </a:r>
            <a:endParaRPr lang="en-US" sz="1400"/>
          </a:p>
        </p:txBody>
      </p:sp>
      <p:sp>
        <p:nvSpPr>
          <p:cNvPr id="7" name="Rectangle 6"/>
          <p:cNvSpPr/>
          <p:nvPr/>
        </p:nvSpPr>
        <p:spPr>
          <a:xfrm>
            <a:off x="9922324" y="747341"/>
            <a:ext cx="1406770" cy="87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Quota_manager</a:t>
            </a:r>
            <a:br>
              <a:rPr lang="en-US" sz="1400" smtClean="0"/>
            </a:br>
            <a:r>
              <a:rPr lang="en-US" sz="1400" smtClean="0"/>
              <a:t>check_quota()</a:t>
            </a:r>
            <a:endParaRPr lang="en-US" sz="1400"/>
          </a:p>
        </p:txBody>
      </p:sp>
      <p:sp>
        <p:nvSpPr>
          <p:cNvPr id="8" name="Rectangle 7"/>
          <p:cNvSpPr/>
          <p:nvPr/>
        </p:nvSpPr>
        <p:spPr>
          <a:xfrm>
            <a:off x="9922324" y="3622406"/>
            <a:ext cx="1406770" cy="87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ai_generator.py</a:t>
            </a:r>
            <a:br>
              <a:rPr lang="en-US" sz="1400" smtClean="0"/>
            </a:br>
            <a:r>
              <a:rPr lang="en-US" sz="1400" smtClean="0"/>
              <a:t>tao_anh()</a:t>
            </a:r>
            <a:endParaRPr lang="en-US" sz="1400"/>
          </a:p>
        </p:txBody>
      </p:sp>
      <p:sp>
        <p:nvSpPr>
          <p:cNvPr id="9" name="Rectangle 8"/>
          <p:cNvSpPr/>
          <p:nvPr/>
        </p:nvSpPr>
        <p:spPr>
          <a:xfrm>
            <a:off x="9922324" y="5333518"/>
            <a:ext cx="1406770" cy="87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Lưu outputs/ + Frame DB</a:t>
            </a:r>
            <a:endParaRPr lang="en-US" sz="1400"/>
          </a:p>
        </p:txBody>
      </p:sp>
      <p:sp>
        <p:nvSpPr>
          <p:cNvPr id="10" name="Rectangle 9"/>
          <p:cNvSpPr/>
          <p:nvPr/>
        </p:nvSpPr>
        <p:spPr>
          <a:xfrm>
            <a:off x="7269638" y="5333518"/>
            <a:ext cx="1406770" cy="87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Gallary UI</a:t>
            </a:r>
            <a:br>
              <a:rPr lang="en-US" sz="1400" smtClean="0"/>
            </a:br>
            <a:r>
              <a:rPr lang="en-US" sz="1400" smtClean="0"/>
              <a:t>hiển thị kết quả</a:t>
            </a:r>
            <a:endParaRPr lang="en-US" sz="1400"/>
          </a:p>
        </p:txBody>
      </p:sp>
      <p:cxnSp>
        <p:nvCxnSpPr>
          <p:cNvPr id="13" name="Straight Arrow Connector 12"/>
          <p:cNvCxnSpPr>
            <a:stCxn id="4" idx="3"/>
            <a:endCxn id="5" idx="1"/>
          </p:cNvCxnSpPr>
          <p:nvPr/>
        </p:nvCxnSpPr>
        <p:spPr>
          <a:xfrm flipV="1">
            <a:off x="1565029" y="1182560"/>
            <a:ext cx="18526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6" idx="1"/>
          </p:cNvCxnSpPr>
          <p:nvPr/>
        </p:nvCxnSpPr>
        <p:spPr>
          <a:xfrm>
            <a:off x="4824419" y="1182560"/>
            <a:ext cx="19074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3"/>
            <a:endCxn id="7" idx="1"/>
          </p:cNvCxnSpPr>
          <p:nvPr/>
        </p:nvCxnSpPr>
        <p:spPr>
          <a:xfrm>
            <a:off x="8138594" y="1182560"/>
            <a:ext cx="178373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126403" y="2231044"/>
            <a:ext cx="1989262" cy="86604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Vertex AI Gemini </a:t>
            </a:r>
            <a:br>
              <a:rPr lang="en-US" sz="1400" smtClean="0"/>
            </a:br>
            <a:r>
              <a:rPr lang="en-US" sz="1400" smtClean="0"/>
              <a:t>“gemini-2.5-pro”</a:t>
            </a:r>
            <a:endParaRPr lang="en-US" sz="1400"/>
          </a:p>
        </p:txBody>
      </p:sp>
      <p:cxnSp>
        <p:nvCxnSpPr>
          <p:cNvPr id="32" name="Straight Arrow Connector 31"/>
          <p:cNvCxnSpPr>
            <a:stCxn id="5" idx="2"/>
            <a:endCxn id="30" idx="0"/>
          </p:cNvCxnSpPr>
          <p:nvPr/>
        </p:nvCxnSpPr>
        <p:spPr>
          <a:xfrm>
            <a:off x="4121034" y="1617779"/>
            <a:ext cx="0" cy="61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641930" y="944061"/>
            <a:ext cx="176843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smtClean="0"/>
              <a:t>POST /api/comic/phan_tich_kich_ban</a:t>
            </a:r>
            <a:endParaRPr lang="en-US" sz="800"/>
          </a:p>
        </p:txBody>
      </p:sp>
      <p:sp>
        <p:nvSpPr>
          <p:cNvPr id="55" name="TextBox 54"/>
          <p:cNvSpPr txBox="1"/>
          <p:nvPr/>
        </p:nvSpPr>
        <p:spPr>
          <a:xfrm>
            <a:off x="4195769" y="1800182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smtClean="0"/>
              <a:t>Gọi AI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01379" y="920978"/>
            <a:ext cx="118654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smtClean="0"/>
              <a:t>Trả JSON panels[]</a:t>
            </a:r>
            <a:endParaRPr lang="en-US" sz="1100"/>
          </a:p>
        </p:txBody>
      </p:sp>
      <p:sp>
        <p:nvSpPr>
          <p:cNvPr id="69" name="Rectangle 68"/>
          <p:cNvSpPr/>
          <p:nvPr/>
        </p:nvSpPr>
        <p:spPr>
          <a:xfrm>
            <a:off x="8321341" y="944061"/>
            <a:ext cx="12971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smtClean="0"/>
              <a:t>POST /api/comic/san_xuat</a:t>
            </a:r>
            <a:endParaRPr lang="en-US" sz="800"/>
          </a:p>
        </p:txBody>
      </p:sp>
      <p:sp>
        <p:nvSpPr>
          <p:cNvPr id="107" name="Rounded Rectangle 106"/>
          <p:cNvSpPr/>
          <p:nvPr/>
        </p:nvSpPr>
        <p:spPr>
          <a:xfrm>
            <a:off x="10115031" y="2129929"/>
            <a:ext cx="1021356" cy="4264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smtClean="0"/>
              <a:t>Check quota</a:t>
            </a:r>
            <a:endParaRPr lang="en-US" sz="1200"/>
          </a:p>
        </p:txBody>
      </p:sp>
      <p:sp>
        <p:nvSpPr>
          <p:cNvPr id="109" name="Rounded Rectangle 108"/>
          <p:cNvSpPr/>
          <p:nvPr/>
        </p:nvSpPr>
        <p:spPr>
          <a:xfrm>
            <a:off x="8165730" y="2129929"/>
            <a:ext cx="1021356" cy="4264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smtClean="0"/>
              <a:t>Báo hết quota</a:t>
            </a:r>
            <a:endParaRPr lang="en-US" sz="1200"/>
          </a:p>
        </p:txBody>
      </p:sp>
      <p:cxnSp>
        <p:nvCxnSpPr>
          <p:cNvPr id="111" name="Straight Arrow Connector 110"/>
          <p:cNvCxnSpPr>
            <a:stCxn id="107" idx="1"/>
            <a:endCxn id="109" idx="3"/>
          </p:cNvCxnSpPr>
          <p:nvPr/>
        </p:nvCxnSpPr>
        <p:spPr>
          <a:xfrm flipH="1">
            <a:off x="9187086" y="2343143"/>
            <a:ext cx="9279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411852" y="2084904"/>
            <a:ext cx="6052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smtClean="0"/>
              <a:t>Không</a:t>
            </a:r>
            <a:endParaRPr lang="en-US" sz="1100"/>
          </a:p>
        </p:txBody>
      </p:sp>
      <p:cxnSp>
        <p:nvCxnSpPr>
          <p:cNvPr id="118" name="Straight Arrow Connector 117"/>
          <p:cNvCxnSpPr>
            <a:stCxn id="7" idx="2"/>
            <a:endCxn id="107" idx="0"/>
          </p:cNvCxnSpPr>
          <p:nvPr/>
        </p:nvCxnSpPr>
        <p:spPr>
          <a:xfrm>
            <a:off x="10625709" y="1617780"/>
            <a:ext cx="0" cy="512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07" idx="2"/>
            <a:endCxn id="8" idx="0"/>
          </p:cNvCxnSpPr>
          <p:nvPr/>
        </p:nvCxnSpPr>
        <p:spPr>
          <a:xfrm>
            <a:off x="10625709" y="2556356"/>
            <a:ext cx="0" cy="1066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9834401" y="2893772"/>
            <a:ext cx="1964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/>
              <a:t>Duyệt từng panel</a:t>
            </a:r>
            <a:endParaRPr lang="en-US" sz="1200"/>
          </a:p>
        </p:txBody>
      </p:sp>
      <p:sp>
        <p:nvSpPr>
          <p:cNvPr id="141" name="Oval 140"/>
          <p:cNvSpPr/>
          <p:nvPr/>
        </p:nvSpPr>
        <p:spPr>
          <a:xfrm>
            <a:off x="6922505" y="3626799"/>
            <a:ext cx="2142364" cy="86604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Vertex AI Imagen </a:t>
            </a:r>
            <a:br>
              <a:rPr lang="en-US" sz="1400" smtClean="0"/>
            </a:br>
            <a:r>
              <a:rPr lang="en-US" sz="1400" smtClean="0"/>
              <a:t>“imagen-4.0-generate-001”</a:t>
            </a:r>
            <a:endParaRPr lang="en-US" sz="1400"/>
          </a:p>
        </p:txBody>
      </p:sp>
      <p:sp>
        <p:nvSpPr>
          <p:cNvPr id="142" name="TextBox 141"/>
          <p:cNvSpPr txBox="1"/>
          <p:nvPr/>
        </p:nvSpPr>
        <p:spPr>
          <a:xfrm>
            <a:off x="9293674" y="3792646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smtClean="0"/>
              <a:t>Gọi AI</a:t>
            </a:r>
          </a:p>
        </p:txBody>
      </p:sp>
      <p:cxnSp>
        <p:nvCxnSpPr>
          <p:cNvPr id="144" name="Straight Arrow Connector 143"/>
          <p:cNvCxnSpPr>
            <a:stCxn id="8" idx="1"/>
            <a:endCxn id="141" idx="6"/>
          </p:cNvCxnSpPr>
          <p:nvPr/>
        </p:nvCxnSpPr>
        <p:spPr>
          <a:xfrm flipH="1">
            <a:off x="9064869" y="4057626"/>
            <a:ext cx="857455" cy="2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8" idx="2"/>
            <a:endCxn id="9" idx="0"/>
          </p:cNvCxnSpPr>
          <p:nvPr/>
        </p:nvCxnSpPr>
        <p:spPr>
          <a:xfrm>
            <a:off x="10625709" y="4492845"/>
            <a:ext cx="0" cy="840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>
            <a:stCxn id="9" idx="1"/>
            <a:endCxn id="10" idx="3"/>
          </p:cNvCxnSpPr>
          <p:nvPr/>
        </p:nvCxnSpPr>
        <p:spPr>
          <a:xfrm flipH="1">
            <a:off x="8676408" y="5768738"/>
            <a:ext cx="1245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686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50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VoVanHien</dc:creator>
  <cp:lastModifiedBy>VoVanHien</cp:lastModifiedBy>
  <cp:revision>2</cp:revision>
  <dcterms:created xsi:type="dcterms:W3CDTF">2026-06-13T09:24:31Z</dcterms:created>
  <dcterms:modified xsi:type="dcterms:W3CDTF">2026-06-13T09:32:45Z</dcterms:modified>
</cp:coreProperties>
</file>